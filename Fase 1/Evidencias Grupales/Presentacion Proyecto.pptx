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6F4595-DD11-4DD4-A32E-F3E9252D3B74}">
  <a:tblStyle styleId="{736F4595-DD11-4DD4-A32E-F3E9252D3B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ca4aae4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ca4aae4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9ca4aae4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9ca4aae4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9ca4aae4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9ca4aae4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ca4aae4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9ca4aae4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ca4aae4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9ca4aae4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ca4aae4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9ca4aae4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PetGestor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Definicion Proyecto APT · Fase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Tomas Martinez · Dante Beeche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Ingenieria Informatica · Duoc UC Melipilla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PetGestor es un sistema de gestión web desarrollado para una peluquería de mascotas de reciente creación en Melipilla.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Permite administrar de forma centralizada, simple e intuitiva: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Agenda de citas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Control de inventario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Registro de ingresos y egresos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Módulo de comunicación (chat) con los clientes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Está pensado especialmente para dueños y trabajadores con poca experiencia tecnológica.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313"/>
              <a:t>Las peluquerías de mascotas pequeñas (especialmente las nuevas) suelen manejar: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Citas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Inventario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Costos e ingresos</a:t>
            </a:r>
            <a:endParaRPr sz="131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313"/>
              <a:t>de forma manual o desordenada (cuadernos, Excel básico o nada).</a:t>
            </a:r>
            <a:endParaRPr sz="131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313"/>
              <a:t>Esto genera: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Errores administrativos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Pérdida de tiempo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Dificultad para tomar decisiones</a:t>
            </a:r>
            <a:endParaRPr sz="1313"/>
          </a:p>
          <a:p>
            <a:pPr indent="-31194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s" sz="1313"/>
              <a:t>Mala experiencia para el cliente</a:t>
            </a:r>
            <a:endParaRPr sz="131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313"/>
              <a:t>En Melipilla existe un crecimiento de servicios para mascotas, pero muchos emprendimientos no tienen herramientas digitales adecuadas.</a:t>
            </a:r>
            <a:endParaRPr sz="131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7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Desarrollar un sistema de gestión web que permita a una peluquería de mascotas de Melipilla administrar de manera centralizada las citas, el inventario, los ingresos y egresos, y la comunicación con los clientes, mediante una interfaz simple y fácil de utilizar.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Específicos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Identificar los requerimientos y necesidades de la peluquería.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Diseñar una base de datos escalable para clientes, mascotas, citas, inventario e ingresos/egresos.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Desarrollar los módulos principales (citas, inventario, costos y comunicación).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Implementar una interfaz intuitiva orientada a usuarios no técnicos.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Realizar pruebas de funcionamiento y usabilidad.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Módulo de agenda de citas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Control de inventario de productos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Registro de ingresos y egresos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Chat / comunicación con clientes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Interfaz web simple y usable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Base de datos normalizada y escalable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Hitos</a:t>
            </a:r>
            <a:endParaRPr/>
          </a:p>
        </p:txBody>
      </p:sp>
      <p:graphicFrame>
        <p:nvGraphicFramePr>
          <p:cNvPr id="117" name="Google Shape;117;p18"/>
          <p:cNvGraphicFramePr/>
          <p:nvPr/>
        </p:nvGraphicFramePr>
        <p:xfrm>
          <a:off x="952500" y="20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{736F4595-DD11-4DD4-A32E-F3E9252D3B74}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Etapa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Actividades principales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Semanas aproximadas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 Análisis y Planificación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Levantamiento de requerimientos + Planificación Scrum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S1 – S2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Diseño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Modelo de base de datos + Diseño de interfaz (prototipos)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S3 – S6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Desarrollo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Programación de módulos (citas, inventario, costos, chat)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S7 – S12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Unir módulos y corregir errores de integración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S13 – S14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Pruebas y Ajustes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Pruebas de funcionalidad y usabilidad + correcciones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S15 – S16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y Entrega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Manual de usuario, documentación técnica y entrega final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latin typeface="Lato"/>
                          <a:ea typeface="Lato"/>
                          <a:cs typeface="Lato"/>
                          <a:sym typeface="Lato"/>
                        </a:rPr>
                        <a:t>S17 – S18</a:t>
                      </a:r>
                      <a:endParaRPr sz="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PetGestor responde a una necesidad real de los pequeños emprendimientos de servicios para mascotas en Melipilla.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proyecto permite aplicar y fortalecer competencias clave del perfil de egreso de Ingeniería Informática: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Gestión de proyectos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Modelado de datos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Desarrollo de software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Prue</a:t>
            </a:r>
            <a:r>
              <a:rPr lang="es"/>
              <a:t>b</a:t>
            </a:r>
            <a:r>
              <a:rPr lang="es"/>
              <a:t>as de calidad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Además, entrega una herramienta concreta, usable y de bajo costo que ayuda a formalizar y mejorar la operación de un negocio local.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